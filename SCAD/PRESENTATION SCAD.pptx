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63" r:id="rId4"/>
    <p:sldId id="264" r:id="rId5"/>
    <p:sldId id="265" r:id="rId6"/>
    <p:sldId id="266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739" autoAdjust="0"/>
  </p:normalViewPr>
  <p:slideViewPr>
    <p:cSldViewPr snapToGrid="0">
      <p:cViewPr>
        <p:scale>
          <a:sx n="66" d="100"/>
          <a:sy n="66" d="100"/>
        </p:scale>
        <p:origin x="900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3B71A-94BC-4DAD-970B-B50196B56F9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36EC3-D160-4C3E-8558-C22CC847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4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36EC3-D160-4C3E-8558-C22CC8473B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87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36EC3-D160-4C3E-8558-C22CC8473B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30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0644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64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11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3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87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5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09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5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0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94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6308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5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17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8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75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28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7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E386A61-D444-49CC-8C9A-D8FD87A467A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DBEC46C-CA35-41AD-ACE0-606F6A513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7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8260F-388D-F936-A18F-7BC0DE75D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122363"/>
            <a:ext cx="11616266" cy="2387600"/>
          </a:xfrm>
        </p:spPr>
        <p:txBody>
          <a:bodyPr/>
          <a:lstStyle/>
          <a:p>
            <a:pPr algn="ctr"/>
            <a:r>
              <a:rPr lang="en-US" b="1" dirty="0"/>
              <a:t>AIRLINES </a:t>
            </a:r>
            <a:br>
              <a:rPr lang="en-US" b="1" dirty="0"/>
            </a:br>
            <a:r>
              <a:rPr lang="en-US" b="1" dirty="0"/>
              <a:t>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73342-0F45-C8F5-C0C7-33C110D97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08" y="3428999"/>
            <a:ext cx="6802759" cy="288713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5800" dirty="0">
                <a:solidFill>
                  <a:schemeClr val="accent4">
                    <a:lumMod val="50000"/>
                  </a:schemeClr>
                </a:solidFill>
              </a:rPr>
              <a:t>REPRESENTED BY:</a:t>
            </a:r>
          </a:p>
          <a:p>
            <a:pPr algn="l"/>
            <a:r>
              <a:rPr lang="en-US" sz="5800" dirty="0">
                <a:solidFill>
                  <a:schemeClr val="accent4">
                    <a:lumMod val="50000"/>
                  </a:schemeClr>
                </a:solidFill>
              </a:rPr>
              <a:t>ZAINAB KHAN   (FA22-BSE-032)</a:t>
            </a:r>
          </a:p>
          <a:p>
            <a:pPr algn="l"/>
            <a:r>
              <a:rPr lang="en-US" sz="5800" dirty="0">
                <a:solidFill>
                  <a:schemeClr val="accent4">
                    <a:lumMod val="50000"/>
                  </a:schemeClr>
                </a:solidFill>
              </a:rPr>
              <a:t>MANAHIL TARIQ  (FA22-BSE-050)</a:t>
            </a:r>
          </a:p>
          <a:p>
            <a:pPr algn="l"/>
            <a:r>
              <a:rPr lang="en-US" sz="5800" dirty="0">
                <a:solidFill>
                  <a:schemeClr val="accent4">
                    <a:lumMod val="50000"/>
                  </a:schemeClr>
                </a:solidFill>
              </a:rPr>
              <a:t>ANUM HAMEED  (FA22-BSE-048)</a:t>
            </a:r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3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70E3-C458-0A76-BF1F-CB2829C1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FEATURES: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9DC00F9-CFA1-155A-F1D5-3B9080614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11" y="1576836"/>
            <a:ext cx="976225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Registration and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Available Flights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a Flight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Logout after booking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esponsive user-interface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ACD306F-3A02-A2BF-8B13-7267E36CE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7106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540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0D0931-5647-4800-CD2A-6CCDEDA8F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2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50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61FB7B-7BA2-CFEC-8A9B-8DEDD47F7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07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FAE75F-43AA-67FD-7C90-87CA33B14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76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D44BC3-76D1-E3C6-70DF-28C1AEBC7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33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931E-86E9-D44A-0885-92F47D03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MAPPING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B629-0BA7-36C6-C4D5-F1689A941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User-Side Scope: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15000"/>
              </a:lnSpc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Account registration and login with email validation.</a:t>
            </a:r>
          </a:p>
          <a:p>
            <a:pPr marR="0" lvl="0">
              <a:lnSpc>
                <a:spcPct val="115000"/>
              </a:lnSpc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Viewing available flights.</a:t>
            </a:r>
          </a:p>
          <a:p>
            <a:pPr marR="0" lvl="0">
              <a:lnSpc>
                <a:spcPct val="115000"/>
              </a:lnSpc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Booking flights by entering valid flight numbers.</a:t>
            </a:r>
          </a:p>
          <a:p>
            <a:pPr marR="0" lvl="0">
              <a:lnSpc>
                <a:spcPct val="115000"/>
              </a:lnSpc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Receiving confirmation messages after successful bookings.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32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ogout functionality.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43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88B61-3412-A124-08DB-151F4BBB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USED: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EA440B9-E254-3FF0-873F-CE8DC7515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3CCBCDA-666E-EF96-D811-4E1414EE0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33" y="2039938"/>
            <a:ext cx="6208751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Framework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 Swing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IntelliJ / NetBeans / Eclipse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Tools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ChatGPT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9F99284-0467-739F-C2EC-B3DF3B3F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33" y="28515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451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CCB0-ADBC-D9D6-AB34-CAA938C35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AI-TOOL USAGE SUMMARY: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2E45D-029B-2A4A-7DA4-45F4C6395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837765"/>
            <a:ext cx="10396883" cy="3994021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 Used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ChatGPT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design improvements (transparent panels, styling)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structure and method design suggestions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Prompts example: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“How to structure flight booking with classes?”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“How to design login and register functionality?”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82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40AC-1161-A0A1-3039-0A997F28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D55F57-C6A6-1C2B-E4A8-4F20ABC7B6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00582"/>
            <a:ext cx="10570522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 from Design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Background 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UI aesthetics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Simplified flight booking by input dialog instead of new screen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Tool Benefits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Helped with layout logic and Java UI component behavior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Time-saving for syntax and structural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or Limitations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suggestions required manual tweaking for Swing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We’d Do Differently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In Feature we can add: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database integration for persistence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seat availability and payment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960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0963F-0CD1-9598-BEBF-C4CD5DD3E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7" y="795867"/>
            <a:ext cx="10396882" cy="4538133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403052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Custom 2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6AAC90"/>
      </a:accent1>
      <a:accent2>
        <a:srgbClr val="F28E8D"/>
      </a:accent2>
      <a:accent3>
        <a:srgbClr val="4A856C"/>
      </a:accent3>
      <a:accent4>
        <a:srgbClr val="29424D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38</TotalTime>
  <Words>225</Words>
  <Application>Microsoft Office PowerPoint</Application>
  <PresentationFormat>Widescreen</PresentationFormat>
  <Paragraphs>58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Calibri</vt:lpstr>
      <vt:lpstr>Impact</vt:lpstr>
      <vt:lpstr>Main Event</vt:lpstr>
      <vt:lpstr>AIRLINES  MANAGEMENT SYSTEM</vt:lpstr>
      <vt:lpstr>MAIN FEATURES:</vt:lpstr>
      <vt:lpstr>PowerPoint Presentation</vt:lpstr>
      <vt:lpstr>PowerPoint Presentation</vt:lpstr>
      <vt:lpstr>PowerPoint Presentation</vt:lpstr>
      <vt:lpstr>PowerPoint Presentation</vt:lpstr>
      <vt:lpstr>REQUIREMENTS MAPPING :</vt:lpstr>
      <vt:lpstr>TECHNOLOGY USED:</vt:lpstr>
      <vt:lpstr>AI-TOOL USAGE SUMMARY: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 World Computers</dc:creator>
  <cp:lastModifiedBy>PC World Computers</cp:lastModifiedBy>
  <cp:revision>1</cp:revision>
  <dcterms:created xsi:type="dcterms:W3CDTF">2025-06-02T08:45:42Z</dcterms:created>
  <dcterms:modified xsi:type="dcterms:W3CDTF">2025-06-02T09:24:15Z</dcterms:modified>
</cp:coreProperties>
</file>