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24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5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0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0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6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4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7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6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18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21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004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82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300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46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5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EE7A8E0-C5E9-4CAF-837C-B117D801CCDB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180898A-4831-4D00-BC4F-549F717C1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03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F70A-5E5B-5D79-87D4-D52C1E226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4512" y="734518"/>
            <a:ext cx="8001000" cy="1825052"/>
          </a:xfrm>
        </p:spPr>
        <p:txBody>
          <a:bodyPr/>
          <a:lstStyle/>
          <a:p>
            <a:r>
              <a:rPr lang="en-US" b="1" dirty="0"/>
              <a:t>STATE DESIGN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3EC8C-5CE7-02E3-D6BB-6C17439E00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PRESENTED BY: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ZAINABKHAN (FA22-BSE-032)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MANAHIL TARIQ (FA22-BSE-050)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ANUM HAMEED (FA22-BSE-048)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865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C7F4-761C-2E85-563B-C7F07D22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574899"/>
            <a:ext cx="8534400" cy="1507067"/>
          </a:xfrm>
        </p:spPr>
        <p:txBody>
          <a:bodyPr/>
          <a:lstStyle/>
          <a:p>
            <a:r>
              <a:rPr lang="en-US" dirty="0"/>
              <a:t>INTRODUCTION: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BEDDA2-A43B-9007-8237-692B1C147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4814" y="2522540"/>
            <a:ext cx="1007838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Behavioral Design Pattern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an object to alter its behavior when its internal state changes. The object will appear to change its class.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an object must change behavior depending on its current state and avoid complex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if/else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logic.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32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61A5-1186-6A3E-8BDD-608FC287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69" y="503280"/>
            <a:ext cx="8534400" cy="1507067"/>
          </a:xfrm>
        </p:spPr>
        <p:txBody>
          <a:bodyPr/>
          <a:lstStyle/>
          <a:p>
            <a:r>
              <a:rPr lang="en-US" dirty="0"/>
              <a:t>WHY USE STATE PATTERN?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B2D478-477E-6C28-9EB4-A20D37261B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370" y="2295015"/>
            <a:ext cx="827990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large conditionals.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state is encapsulated in a separate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open/closed principle (open for extension, closed for modification).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code easier to maintain and scale.</a:t>
            </a:r>
          </a:p>
        </p:txBody>
      </p:sp>
    </p:spTree>
    <p:extLst>
      <p:ext uri="{BB962C8B-B14F-4D97-AF65-F5344CB8AC3E}">
        <p14:creationId xmlns:p14="http://schemas.microsoft.com/office/powerpoint/2010/main" val="1720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694E-DFA5-2031-C580-CEE8858D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48" y="260106"/>
            <a:ext cx="8534400" cy="1507067"/>
          </a:xfrm>
        </p:spPr>
        <p:txBody>
          <a:bodyPr/>
          <a:lstStyle/>
          <a:p>
            <a:r>
              <a:rPr lang="en-US" dirty="0"/>
              <a:t>UML  DIAGRAM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7EB1CE7-7B0B-0C8F-C4C2-C831F9A611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34" y="1525848"/>
            <a:ext cx="11347555" cy="465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90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37A8B-1BB8-0DE9-E921-5AF91F7A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52" y="0"/>
            <a:ext cx="8534400" cy="1507067"/>
          </a:xfrm>
        </p:spPr>
        <p:txBody>
          <a:bodyPr/>
          <a:lstStyle/>
          <a:p>
            <a:r>
              <a:rPr lang="en-US" dirty="0"/>
              <a:t>CODE WALK TROUGH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E2685-19A6-D022-2937-26E20B665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055" y="1798820"/>
            <a:ext cx="8534400" cy="4397391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interface State {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    void handle(Context context);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public void handle(Context context) {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    </a:t>
            </a:r>
            <a:r>
              <a:rPr lang="en-US" sz="2800" b="1" dirty="0" err="1">
                <a:solidFill>
                  <a:schemeClr val="tx1"/>
                </a:solidFill>
              </a:rPr>
              <a:t>System.out.println</a:t>
            </a:r>
            <a:r>
              <a:rPr lang="en-US" sz="2800" b="1" dirty="0">
                <a:solidFill>
                  <a:schemeClr val="tx1"/>
                </a:solidFill>
              </a:rPr>
              <a:t>("Red Light – STOP");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    </a:t>
            </a:r>
            <a:r>
              <a:rPr lang="en-US" sz="2800" b="1" dirty="0" err="1">
                <a:solidFill>
                  <a:schemeClr val="tx1"/>
                </a:solidFill>
              </a:rPr>
              <a:t>context.setState</a:t>
            </a:r>
            <a:r>
              <a:rPr lang="en-US" sz="2800" b="1" dirty="0">
                <a:solidFill>
                  <a:schemeClr val="tx1"/>
                </a:solidFill>
              </a:rPr>
              <a:t>(new </a:t>
            </a:r>
            <a:r>
              <a:rPr lang="en-US" sz="2800" b="1" dirty="0" err="1">
                <a:solidFill>
                  <a:schemeClr val="tx1"/>
                </a:solidFill>
              </a:rPr>
              <a:t>GreenState</a:t>
            </a:r>
            <a:r>
              <a:rPr lang="en-US" sz="2800" b="1" dirty="0">
                <a:solidFill>
                  <a:schemeClr val="tx1"/>
                </a:solidFill>
              </a:rPr>
              <a:t>());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19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A353-3536-8D19-AD1C-254F67474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69" y="394324"/>
            <a:ext cx="8534400" cy="1507067"/>
          </a:xfrm>
        </p:spPr>
        <p:txBody>
          <a:bodyPr/>
          <a:lstStyle/>
          <a:p>
            <a:r>
              <a:rPr lang="en-US" dirty="0"/>
              <a:t>RED STATE CONCRETE STATE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8FB1A-6F7B-D693-5F07-2FA21D8AC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94875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public void handle(Context context)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System.out.println</a:t>
            </a:r>
            <a:r>
              <a:rPr lang="en-US" b="1" dirty="0">
                <a:solidFill>
                  <a:schemeClr val="tx1"/>
                </a:solidFill>
              </a:rPr>
              <a:t>("Red Light – STOP");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context.setState</a:t>
            </a:r>
            <a:r>
              <a:rPr lang="en-US" b="1" dirty="0">
                <a:solidFill>
                  <a:schemeClr val="tx1"/>
                </a:solidFill>
              </a:rPr>
              <a:t>(new </a:t>
            </a:r>
            <a:r>
              <a:rPr lang="en-US" b="1" dirty="0" err="1">
                <a:solidFill>
                  <a:schemeClr val="tx1"/>
                </a:solidFill>
              </a:rPr>
              <a:t>GreenState</a:t>
            </a:r>
            <a:r>
              <a:rPr lang="en-US" b="1" dirty="0">
                <a:solidFill>
                  <a:schemeClr val="tx1"/>
                </a:solidFill>
              </a:rPr>
              <a:t>());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568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F085-1E60-6A64-46FE-569E9BE7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25" y="454978"/>
            <a:ext cx="8534400" cy="1507067"/>
          </a:xfrm>
        </p:spPr>
        <p:txBody>
          <a:bodyPr/>
          <a:lstStyle/>
          <a:p>
            <a:r>
              <a:rPr lang="en-US" dirty="0"/>
              <a:t>CONTEXT: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88F66-F357-54D5-5D0B-12CE28DB5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25" y="2379132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public void request() {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 </a:t>
            </a:r>
            <a:r>
              <a:rPr lang="en-US" sz="2400" b="1" dirty="0" err="1">
                <a:solidFill>
                  <a:schemeClr val="tx1"/>
                </a:solidFill>
              </a:rPr>
              <a:t>state.handle</a:t>
            </a:r>
            <a:r>
              <a:rPr lang="en-US" sz="2400" b="1" dirty="0">
                <a:solidFill>
                  <a:schemeClr val="tx1"/>
                </a:solidFill>
              </a:rPr>
              <a:t>(this);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62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375C-968F-D3E9-F806-3402D525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829" y="559909"/>
            <a:ext cx="8534400" cy="1507067"/>
          </a:xfrm>
        </p:spPr>
        <p:txBody>
          <a:bodyPr/>
          <a:lstStyle/>
          <a:p>
            <a:r>
              <a:rPr lang="en-US" dirty="0"/>
              <a:t>AI- ASSISTED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D4EE-6755-005C-0F0F-2C5506759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30" y="2574560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Context light = new Context();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for (int </a:t>
            </a:r>
            <a:r>
              <a:rPr lang="en-US" sz="2800" b="1" dirty="0" err="1">
                <a:solidFill>
                  <a:schemeClr val="tx1"/>
                </a:solidFill>
              </a:rPr>
              <a:t>i</a:t>
            </a:r>
            <a:r>
              <a:rPr lang="en-US" sz="2800" b="1" dirty="0">
                <a:solidFill>
                  <a:schemeClr val="tx1"/>
                </a:solidFill>
              </a:rPr>
              <a:t> = 0; </a:t>
            </a:r>
            <a:r>
              <a:rPr lang="en-US" sz="2800" b="1" dirty="0" err="1">
                <a:solidFill>
                  <a:schemeClr val="tx1"/>
                </a:solidFill>
              </a:rPr>
              <a:t>i</a:t>
            </a:r>
            <a:r>
              <a:rPr lang="en-US" sz="2800" b="1" dirty="0">
                <a:solidFill>
                  <a:schemeClr val="tx1"/>
                </a:solidFill>
              </a:rPr>
              <a:t> &lt; 5; </a:t>
            </a:r>
            <a:r>
              <a:rPr lang="en-US" sz="2800" b="1" dirty="0" err="1">
                <a:solidFill>
                  <a:schemeClr val="tx1"/>
                </a:solidFill>
              </a:rPr>
              <a:t>i</a:t>
            </a:r>
            <a:r>
              <a:rPr lang="en-US" sz="2800" b="1" dirty="0">
                <a:solidFill>
                  <a:schemeClr val="tx1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    </a:t>
            </a:r>
            <a:r>
              <a:rPr lang="en-US" sz="2800" b="1" dirty="0" err="1">
                <a:solidFill>
                  <a:schemeClr val="tx1"/>
                </a:solidFill>
              </a:rPr>
              <a:t>light.request</a:t>
            </a:r>
            <a:r>
              <a:rPr lang="en-US" sz="2800" b="1" dirty="0">
                <a:solidFill>
                  <a:schemeClr val="tx1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88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4995-0695-8A82-C1D7-C10B4C182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REAL WORLD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59F1-FFD3-D7E8-3E93-93353938B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40" y="2004934"/>
            <a:ext cx="8534400" cy="36152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tx1"/>
                </a:solidFill>
              </a:rPr>
              <a:t>ATM MACHINES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tx1"/>
                </a:solidFill>
              </a:rPr>
              <a:t>TRAFFIC LIGHTS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tx1"/>
                </a:solidFill>
              </a:rPr>
              <a:t>UI COMPONENT (BUTTON, MOUSE CLICK)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tx1"/>
                </a:solidFill>
              </a:rPr>
              <a:t>GAMES </a:t>
            </a:r>
          </a:p>
        </p:txBody>
      </p:sp>
    </p:spTree>
    <p:extLst>
      <p:ext uri="{BB962C8B-B14F-4D97-AF65-F5344CB8AC3E}">
        <p14:creationId xmlns:p14="http://schemas.microsoft.com/office/powerpoint/2010/main" val="200691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C6C9-C404-127D-E7B1-6AE17B0C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428" y="638192"/>
            <a:ext cx="8534400" cy="1507067"/>
          </a:xfrm>
        </p:spPr>
        <p:txBody>
          <a:bodyPr/>
          <a:lstStyle/>
          <a:p>
            <a:r>
              <a:rPr lang="en-US" dirty="0"/>
              <a:t>AI DEVELOPER PROSPECTIVE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BFC13-1382-877F-FEF2-6BB4F4DC7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428" y="2334719"/>
            <a:ext cx="8534400" cy="361526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</a:rPr>
              <a:t>Would an AI developer naturally use this pattern?</a:t>
            </a:r>
          </a:p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</a:rPr>
              <a:t>Yes,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It simplifies logic through encapsulation.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Promotes clean, readable code—ideal for auto-generation.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Tools like ChatGPT often suggest this pattern to handle dynamic state transitions in UI, games, or workflow engines.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13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fference between Thank you, thankyou ...">
            <a:extLst>
              <a:ext uri="{FF2B5EF4-FFF2-40B4-BE49-F238E27FC236}">
                <a16:creationId xmlns:a16="http://schemas.microsoft.com/office/drawing/2014/main" id="{4D7AE622-F2A4-27DD-A90B-F7654D8E02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88" y="734517"/>
            <a:ext cx="10717967" cy="515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06270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92</TotalTime>
  <Words>307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Unicode MS</vt:lpstr>
      <vt:lpstr>Century Gothic</vt:lpstr>
      <vt:lpstr>Wingdings</vt:lpstr>
      <vt:lpstr>Wingdings 3</vt:lpstr>
      <vt:lpstr>Slice</vt:lpstr>
      <vt:lpstr>STATE DESIGN PATTERN</vt:lpstr>
      <vt:lpstr>INTRODUCTION:</vt:lpstr>
      <vt:lpstr>WHY USE STATE PATTERN?</vt:lpstr>
      <vt:lpstr>UML  DIAGRAM</vt:lpstr>
      <vt:lpstr>CODE WALK TROUGH</vt:lpstr>
      <vt:lpstr>RED STATE CONCRETE STATE </vt:lpstr>
      <vt:lpstr>CONTEXT:</vt:lpstr>
      <vt:lpstr>AI- ASSISTED SNIPPET</vt:lpstr>
      <vt:lpstr>REAL WORLD MAPPING </vt:lpstr>
      <vt:lpstr>AI DEVELOPER PROSPECTIVE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World Computers</dc:creator>
  <cp:lastModifiedBy>PC World Computers</cp:lastModifiedBy>
  <cp:revision>2</cp:revision>
  <dcterms:created xsi:type="dcterms:W3CDTF">2025-05-18T18:25:24Z</dcterms:created>
  <dcterms:modified xsi:type="dcterms:W3CDTF">2025-05-20T07:32:32Z</dcterms:modified>
</cp:coreProperties>
</file>