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5CD49A6C-FB24-4EE7-AEA8-AD85133C0C9D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7322DB35-9804-4227-82E7-0DC6D7488F1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529767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49A6C-FB24-4EE7-AEA8-AD85133C0C9D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2DB35-9804-4227-82E7-0DC6D7488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248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49A6C-FB24-4EE7-AEA8-AD85133C0C9D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2DB35-9804-4227-82E7-0DC6D7488F1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75484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49A6C-FB24-4EE7-AEA8-AD85133C0C9D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2DB35-9804-4227-82E7-0DC6D7488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456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49A6C-FB24-4EE7-AEA8-AD85133C0C9D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2DB35-9804-4227-82E7-0DC6D7488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6788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49A6C-FB24-4EE7-AEA8-AD85133C0C9D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2DB35-9804-4227-82E7-0DC6D7488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128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49A6C-FB24-4EE7-AEA8-AD85133C0C9D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2DB35-9804-4227-82E7-0DC6D7488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900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49A6C-FB24-4EE7-AEA8-AD85133C0C9D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2DB35-9804-4227-82E7-0DC6D7488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586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49A6C-FB24-4EE7-AEA8-AD85133C0C9D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2DB35-9804-4227-82E7-0DC6D7488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023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49A6C-FB24-4EE7-AEA8-AD85133C0C9D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2DB35-9804-4227-82E7-0DC6D7488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1575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49A6C-FB24-4EE7-AEA8-AD85133C0C9D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22DB35-9804-4227-82E7-0DC6D7488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184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5CD49A6C-FB24-4EE7-AEA8-AD85133C0C9D}" type="datetimeFigureOut">
              <a:rPr lang="en-US" smtClean="0"/>
              <a:t>4/8/2025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7322DB35-9804-4227-82E7-0DC6D7488F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2428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D5325-D1E0-8A96-6EF1-6CAFA99068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736" y="365760"/>
            <a:ext cx="10927828" cy="2112638"/>
          </a:xfrm>
        </p:spPr>
        <p:txBody>
          <a:bodyPr>
            <a:normAutofit/>
          </a:bodyPr>
          <a:lstStyle/>
          <a:p>
            <a:pPr algn="ctr"/>
            <a:r>
              <a:rPr lang="en-US" sz="6000" dirty="0"/>
              <a:t>AIRLINE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C3EA88-1396-BA75-F7C9-30B4C74530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2490" y="3822378"/>
            <a:ext cx="9418320" cy="2353569"/>
          </a:xfrm>
        </p:spPr>
        <p:txBody>
          <a:bodyPr>
            <a:normAutofit fontScale="85000" lnSpcReduction="20000"/>
          </a:bodyPr>
          <a:lstStyle/>
          <a:p>
            <a:r>
              <a:rPr lang="en-US" sz="4000" b="1" dirty="0">
                <a:solidFill>
                  <a:schemeClr val="tx1"/>
                </a:solidFill>
              </a:rPr>
              <a:t>REPRESENTED BY:</a:t>
            </a:r>
          </a:p>
          <a:p>
            <a:r>
              <a:rPr lang="en-US" sz="4000" b="1" dirty="0">
                <a:solidFill>
                  <a:schemeClr val="tx1"/>
                </a:solidFill>
              </a:rPr>
              <a:t>ZAINAB KHAN </a:t>
            </a:r>
          </a:p>
          <a:p>
            <a:r>
              <a:rPr lang="en-US" sz="4000" b="1" dirty="0">
                <a:solidFill>
                  <a:schemeClr val="tx1"/>
                </a:solidFill>
              </a:rPr>
              <a:t>MANAHIL TARIQ </a:t>
            </a:r>
          </a:p>
          <a:p>
            <a:r>
              <a:rPr lang="en-US" sz="4000" b="1" dirty="0">
                <a:solidFill>
                  <a:schemeClr val="tx1"/>
                </a:solidFill>
              </a:rPr>
              <a:t>ANUM HAMEED </a:t>
            </a:r>
          </a:p>
        </p:txBody>
      </p:sp>
      <p:pic>
        <p:nvPicPr>
          <p:cNvPr id="6146" name="Picture 2" descr="Airlines | Amadeus">
            <a:extLst>
              <a:ext uri="{FF2B5EF4-FFF2-40B4-BE49-F238E27FC236}">
                <a16:creationId xmlns:a16="http://schemas.microsoft.com/office/drawing/2014/main" id="{5DDC6C59-791D-5D0B-6DEC-1E65A8C88E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1905" y="1603949"/>
            <a:ext cx="4022359" cy="5254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89564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90420-7A3A-31EC-A2A4-A967E5EEC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587" y="365760"/>
            <a:ext cx="10324925" cy="1325562"/>
          </a:xfrm>
        </p:spPr>
        <p:txBody>
          <a:bodyPr/>
          <a:lstStyle/>
          <a:p>
            <a:r>
              <a:rPr lang="en-US" dirty="0"/>
              <a:t>REQUREMENT &amp; DESIGN MAPPING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7508E-A24F-6766-3A25-98F0843F68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587" y="1828800"/>
            <a:ext cx="9227645" cy="4351337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  </a:t>
            </a:r>
            <a:r>
              <a:rPr lang="en-US" sz="2800" b="1" dirty="0"/>
              <a:t>1. Functional Requirement</a:t>
            </a:r>
            <a:r>
              <a:rPr lang="en-US" sz="2800" dirty="0"/>
              <a:t>: </a:t>
            </a:r>
            <a:r>
              <a:rPr lang="en-US" sz="2800" i="1" dirty="0"/>
              <a:t>The user should be able to register for an account.</a:t>
            </a:r>
            <a:br>
              <a:rPr lang="en-US" sz="2800" dirty="0"/>
            </a:br>
            <a:r>
              <a:rPr lang="en-US" sz="2800" dirty="0"/>
              <a:t>    </a:t>
            </a:r>
            <a:r>
              <a:rPr lang="en-US" sz="2800" b="1" dirty="0"/>
              <a:t>Design Requirement</a:t>
            </a:r>
            <a:r>
              <a:rPr lang="en-US" sz="2800" dirty="0"/>
              <a:t>: </a:t>
            </a:r>
            <a:r>
              <a:rPr lang="en-US" sz="2800" i="1" dirty="0"/>
              <a:t>The registration form should include fields for username, email, and password, along with a "Register" button to submit the information.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554107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307DA-9219-F186-7D4F-D7906A7CA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616" y="365760"/>
            <a:ext cx="10369896" cy="1325562"/>
          </a:xfrm>
        </p:spPr>
        <p:txBody>
          <a:bodyPr/>
          <a:lstStyle/>
          <a:p>
            <a:r>
              <a:rPr lang="en-US" dirty="0"/>
              <a:t>REQUREMENT &amp; DESIGN MAPPING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F800A-8BC1-F0CC-702F-AB322D1EA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 </a:t>
            </a:r>
            <a:r>
              <a:rPr lang="en-US" sz="2800" b="1" dirty="0"/>
              <a:t>2.Functional Requirement</a:t>
            </a:r>
            <a:r>
              <a:rPr lang="en-US" sz="2800" dirty="0"/>
              <a:t>: </a:t>
            </a:r>
            <a:r>
              <a:rPr lang="en-US" sz="2800" i="1" dirty="0"/>
              <a:t>The user should be able to log in to the system.</a:t>
            </a:r>
            <a:br>
              <a:rPr lang="en-US" sz="2800" dirty="0"/>
            </a:br>
            <a:r>
              <a:rPr lang="en-US" sz="2800" b="1" dirty="0"/>
              <a:t>Design Requirement</a:t>
            </a:r>
            <a:r>
              <a:rPr lang="en-US" sz="2800" dirty="0"/>
              <a:t>: </a:t>
            </a:r>
            <a:r>
              <a:rPr lang="en-US" sz="2800" i="1" dirty="0"/>
              <a:t>The login area should include fields for entering the username and password, and a "Login" button to authenticate the user.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121730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B5C4C-7DBB-7495-CF17-FBA67704D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636" y="365760"/>
            <a:ext cx="10399876" cy="1325562"/>
          </a:xfrm>
        </p:spPr>
        <p:txBody>
          <a:bodyPr/>
          <a:lstStyle/>
          <a:p>
            <a:r>
              <a:rPr lang="en-US" dirty="0"/>
              <a:t>REQUREMENT &amp; DESIGN MAPPING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260F8-42B6-39B2-6371-844AB5935B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3. Functional Requirement</a:t>
            </a:r>
            <a:r>
              <a:rPr lang="en-US" sz="2800" dirty="0"/>
              <a:t>: </a:t>
            </a:r>
            <a:r>
              <a:rPr lang="en-US" sz="2800" i="1" dirty="0"/>
              <a:t>The system should validate login credentials.</a:t>
            </a:r>
            <a:br>
              <a:rPr lang="en-US" sz="2800" dirty="0"/>
            </a:br>
            <a:r>
              <a:rPr lang="en-US" sz="2800" b="1" dirty="0"/>
              <a:t>Design Requirement</a:t>
            </a:r>
            <a:r>
              <a:rPr lang="en-US" sz="2800" dirty="0"/>
              <a:t>: </a:t>
            </a:r>
            <a:r>
              <a:rPr lang="en-US" sz="2800" i="1" dirty="0"/>
              <a:t>When the user clicks the login button, the entered credentials should be compared with the stored user data. If the match is successful, a success message should appear; otherwise, an error dialog should be shown.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698838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F83EC-488A-551D-A5BF-B58F5E209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21" y="365760"/>
            <a:ext cx="10834591" cy="1325562"/>
          </a:xfrm>
        </p:spPr>
        <p:txBody>
          <a:bodyPr/>
          <a:lstStyle/>
          <a:p>
            <a:r>
              <a:rPr lang="en-US" dirty="0"/>
              <a:t>REQUREMENT &amp; DESIGN MAPPING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5D7D7DC-40F7-802F-A441-D6D22F7238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14793" y="1859339"/>
            <a:ext cx="9857232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4.Functional Requirement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3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user should be able to view a list of available flights.</a:t>
            </a:r>
            <a:b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Requirement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3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"View Flights" button should fetch flight details from a predefined list and display them in a non-editable text area.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8783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70157-0017-629F-AB2A-D3B5D27E8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597" y="365760"/>
            <a:ext cx="10339915" cy="1325562"/>
          </a:xfrm>
        </p:spPr>
        <p:txBody>
          <a:bodyPr/>
          <a:lstStyle/>
          <a:p>
            <a:r>
              <a:rPr lang="en-US" dirty="0"/>
              <a:t>REQUREMENT &amp; DESIGN MAPPING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639E0F3-5B8A-A436-027F-30FC453D7B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1302" y="2227337"/>
            <a:ext cx="9846941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5.Functional Requirement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user should be able to book a flight.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Requirement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After logging in, the user should be able to click the "Book Flight" button, enter the flight number in a dialog box, and confirm the booking with a success message.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42642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5BD64-2B8F-BC8B-9CE4-06A62B2EF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774" y="365760"/>
            <a:ext cx="10609738" cy="1325562"/>
          </a:xfrm>
        </p:spPr>
        <p:txBody>
          <a:bodyPr/>
          <a:lstStyle/>
          <a:p>
            <a:r>
              <a:rPr lang="en-US" dirty="0"/>
              <a:t>REQUREMENT &amp; DESIGN MAPPING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B3F54A6-F4C5-56A5-1366-FD2C9DF9B3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87215" y="2588150"/>
            <a:ext cx="7882128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6.Functional Requirement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should prevent booking if the user is not logged in.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Requirement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If the user attempts to book a flight without logging in, the system should display a warning message prompting them to log in first.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0669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E5866-6BAB-2813-B36B-EEFE6E63A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454" y="365760"/>
            <a:ext cx="10536058" cy="1325562"/>
          </a:xfrm>
        </p:spPr>
        <p:txBody>
          <a:bodyPr/>
          <a:lstStyle/>
          <a:p>
            <a:r>
              <a:rPr lang="en-US" dirty="0"/>
              <a:t>REQUREMENT &amp; DESIGN MAPPING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24204C-B58B-4780-FEBD-C3220455BB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7.Functional Requirement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should provide feedback for user actions like login, registration, or booking.</a:t>
            </a:r>
            <a:b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 Requirement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action should trigger an appropriate message dialog (success or error) using </a:t>
            </a:r>
            <a:r>
              <a:rPr kumimoji="0" lang="en-US" altLang="en-US" sz="28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JOptionPane</a:t>
            </a: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inform the user of the result.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234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11DDA-CD0F-B705-7887-EE84C5328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4636" y="365760"/>
            <a:ext cx="10399876" cy="1325562"/>
          </a:xfrm>
        </p:spPr>
        <p:txBody>
          <a:bodyPr/>
          <a:lstStyle/>
          <a:p>
            <a:r>
              <a:rPr lang="en-US" dirty="0"/>
              <a:t>REQUREMENT &amp; DESIGN MAPPING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32910-5631-08CF-9DF3-4FC0E0320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b="1" dirty="0"/>
              <a:t>8.Functional Requirement</a:t>
            </a:r>
            <a:r>
              <a:rPr lang="en-US" sz="2800" dirty="0"/>
              <a:t>: </a:t>
            </a:r>
            <a:r>
              <a:rPr lang="en-US" sz="2800" i="1" dirty="0"/>
              <a:t>The user should be able to log out.</a:t>
            </a:r>
            <a:br>
              <a:rPr lang="en-US" sz="2800" dirty="0"/>
            </a:br>
            <a:r>
              <a:rPr lang="en-US" sz="2800" b="1" dirty="0"/>
              <a:t>Design Requirement</a:t>
            </a:r>
            <a:r>
              <a:rPr lang="en-US" sz="2800" dirty="0"/>
              <a:t>: </a:t>
            </a:r>
            <a:r>
              <a:rPr lang="en-US" sz="2800" i="1" dirty="0"/>
              <a:t>A "Logout" button should set the logged-in user to null and optionally show a confirmation message.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9213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A0C56-88BC-AC9F-82B0-007C99315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784" y="365760"/>
            <a:ext cx="10624728" cy="1325562"/>
          </a:xfrm>
        </p:spPr>
        <p:txBody>
          <a:bodyPr/>
          <a:lstStyle/>
          <a:p>
            <a:r>
              <a:rPr lang="en-US" dirty="0"/>
              <a:t>REQUREMENT &amp; DESIGN MAPPING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BE11A-0441-37AF-F9FA-B797DCDF8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196" y="1933731"/>
            <a:ext cx="8595360" cy="4351337"/>
          </a:xfrm>
        </p:spPr>
        <p:txBody>
          <a:bodyPr/>
          <a:lstStyle/>
          <a:p>
            <a:pPr marL="0" indent="0">
              <a:buNone/>
            </a:pPr>
            <a:r>
              <a:rPr lang="en-US" sz="2800" b="1" i="1" dirty="0"/>
              <a:t>9.</a:t>
            </a:r>
            <a:r>
              <a:rPr lang="en-US" sz="2800" b="1" dirty="0"/>
              <a:t>Functional Requirement</a:t>
            </a:r>
            <a:r>
              <a:rPr lang="en-US" sz="2800" dirty="0"/>
              <a:t>: </a:t>
            </a:r>
            <a:r>
              <a:rPr lang="en-US" sz="2800" i="1" dirty="0"/>
              <a:t>The system should store and manage multiple flights.</a:t>
            </a:r>
            <a:br>
              <a:rPr lang="en-US" sz="2800" dirty="0"/>
            </a:br>
            <a:r>
              <a:rPr lang="en-US" sz="2800" b="1" dirty="0"/>
              <a:t>Design Requirement</a:t>
            </a:r>
            <a:r>
              <a:rPr lang="en-US" sz="2800" dirty="0"/>
              <a:t>: </a:t>
            </a:r>
            <a:r>
              <a:rPr lang="en-US" sz="2800" i="1" dirty="0"/>
              <a:t>An array list should hold multiple predefined Flight objects containing details like flight number, destination, time, and day.</a:t>
            </a:r>
            <a:endParaRPr lang="en-US" sz="28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68701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E8B30C-6C10-BCDE-0AC5-0EA8751FA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774" y="365760"/>
            <a:ext cx="10609738" cy="1325562"/>
          </a:xfrm>
        </p:spPr>
        <p:txBody>
          <a:bodyPr/>
          <a:lstStyle/>
          <a:p>
            <a:r>
              <a:rPr lang="en-US" dirty="0"/>
              <a:t>REQUREMENT &amp; DESIGN MAPPING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E3689-49FD-D29E-4BD0-D655E2D895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2140903"/>
            <a:ext cx="8595360" cy="4351337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/>
              <a:t>10.Functional Requirement</a:t>
            </a:r>
            <a:r>
              <a:rPr lang="en-US" sz="2800" dirty="0"/>
              <a:t>: </a:t>
            </a:r>
            <a:r>
              <a:rPr lang="en-US" sz="2800" i="1" dirty="0"/>
              <a:t>The system should avoid duplicate usernames during registration.</a:t>
            </a:r>
            <a:br>
              <a:rPr lang="en-US" sz="2800" dirty="0"/>
            </a:br>
            <a:r>
              <a:rPr lang="en-US" sz="2800" b="1" dirty="0"/>
              <a:t>Design Requirement</a:t>
            </a:r>
            <a:r>
              <a:rPr lang="en-US" sz="2800" dirty="0"/>
              <a:t>: </a:t>
            </a:r>
            <a:r>
              <a:rPr lang="en-US" sz="2800" i="1" dirty="0"/>
              <a:t>When registering a new user, the system should check if the username already exists in the data. If it does, display an error dialog to the user.</a:t>
            </a:r>
            <a:endParaRPr lang="en-US" sz="28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86399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E4B5B-8DB5-4008-6CA3-A67003DE9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A78C2-AC63-CE3B-F4D1-314224D90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The development of the Airline Management System demonstrates the effective transformation of user-centered functional requirements into practical and well-structured design requirements. Key functionalities such as user registration, login, flight viewing, and booking have been thoughtfully implemented with intuitive GUI components, ensuring a user-friendly experience. Each design decision—from input fields to message dialogs—directly addresses specific user needs, ensuring the system is both functional and easy to use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51487234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68</TotalTime>
  <Words>605</Words>
  <Application>Microsoft Office PowerPoint</Application>
  <PresentationFormat>Widescreen</PresentationFormat>
  <Paragraphs>27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Arial Unicode MS</vt:lpstr>
      <vt:lpstr>Century Schoolbook</vt:lpstr>
      <vt:lpstr>Wingdings 2</vt:lpstr>
      <vt:lpstr>View</vt:lpstr>
      <vt:lpstr>AIRLINE MANAGEMENT SYSTEM</vt:lpstr>
      <vt:lpstr>REQUREMENT &amp; DESIGN MAPPING </vt:lpstr>
      <vt:lpstr>REQUREMENT &amp; DESIGN MAPPING </vt:lpstr>
      <vt:lpstr>REQUREMENT &amp; DESIGN MAPPING </vt:lpstr>
      <vt:lpstr>REQUREMENT &amp; DESIGN MAPPING </vt:lpstr>
      <vt:lpstr>REQUREMENT &amp; DESIGN MAPPING </vt:lpstr>
      <vt:lpstr>REQUREMENT &amp; DESIGN MAPPING </vt:lpstr>
      <vt:lpstr>REQUREMENT &amp; DESIGN MAPPING </vt:lpstr>
      <vt:lpstr>REQUREMENT &amp; DESIGN MAPPING </vt:lpstr>
      <vt:lpstr>REQUREMENT &amp; DESIGN MAPPING </vt:lpstr>
      <vt:lpstr>REQUREMENT &amp; DESIGN MAPPING </vt:lpstr>
      <vt:lpstr>CONCLUSION: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 World Computers</dc:creator>
  <cp:lastModifiedBy>PC World Computers</cp:lastModifiedBy>
  <cp:revision>3</cp:revision>
  <dcterms:created xsi:type="dcterms:W3CDTF">2025-04-06T16:35:25Z</dcterms:created>
  <dcterms:modified xsi:type="dcterms:W3CDTF">2025-04-08T07:31:50Z</dcterms:modified>
</cp:coreProperties>
</file>